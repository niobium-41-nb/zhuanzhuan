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转转</a:t>
            </a:r>
          </a:p>
          <a:p>
            <a:pPr algn="ctr">
              <a:defRPr sz="2400">
                <a:solidFill>
                  <a:srgbClr val="E0E0E0"/>
                </a:solidFill>
              </a:defRPr>
            </a:pPr>
            <a:r>
              <a:t>校园二手物品交易平台</a:t>
            </a:r>
          </a:p>
          <a:p>
            <a:pPr>
              <a:defRPr sz="1400"/>
            </a:pPr>
          </a:p>
          <a:p>
            <a:pPr algn="ctr">
              <a:defRPr sz="1800">
                <a:solidFill>
                  <a:srgbClr val="BBBBBB"/>
                </a:solidFill>
              </a:defRPr>
            </a:pPr>
            <a:r>
              <a:t>软件工程实训 · 课程设计答辩</a:t>
            </a:r>
          </a:p>
          <a:p>
            <a:pPr>
              <a:defRPr sz="1200"/>
            </a:pPr>
          </a:p>
          <a:p>
            <a:pPr algn="ctr">
              <a:defRPr sz="1500">
                <a:solidFill>
                  <a:srgbClr val="999999"/>
                </a:solidFill>
              </a:defRPr>
            </a:pPr>
            <a:r>
              <a:t>张可凡 · 阮崇轩 · 李硕 · 刘轩霆 · 胡欣悦</a:t>
            </a:r>
          </a:p>
          <a:p>
            <a:pPr algn="ctr">
              <a:defRPr sz="1300">
                <a:solidFill>
                  <a:srgbClr val="888888"/>
                </a:solidFill>
              </a:defRPr>
            </a:pPr>
            <a:r>
              <a:t>华中农业大学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2/13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项目演示 — 浏览与搜索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首页展示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0292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Hero 横幅 + 品牌标语 + 实时统计数据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搜索框快速跳转商品列表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公告栏水平滚动轮播 (CSS Animation)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8 个分类 Tab (Emoji) 切换加载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商品网格响应式布局 + 骨架屏加载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卡片 hover 放大 + 阴影 + 入场动画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搜索与筛选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关键词 + MySQL FULLTEXT 全文索引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分类下拉筛选 (一级 + 二级)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价格区间 + 商品成色筛选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排序: 价格 / 时间 / 热度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URL 参数同步 + 分页组件(每页20条)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空状态 El-Empty 友好提示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商品详情页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05156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图片画廊(主图+缩略图切换) | 成色标签(全新/几乎全新/轻微痕迹/明显痕迹) | 大号价格展示(+原价删除线)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收藏(Star/StarFilled) | 卖家信息卡片(头像+昵称+信誉分) | 联系卖家(一键跳转聊天) | 加入购物车+立即购买 | HTML安全净化防XSS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3/13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项目演示 — 核心交易流程与支付系统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6A4F"/>
                </a:solidFill>
              </a:defRPr>
            </a:pPr>
            <a:r>
              <a:t>C2C 交易闭环: 注册 → 发布 → 浏览 → 沟通 → 下单 → 支付 → 发货 → 收货 → 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6F51"/>
                </a:solidFill>
              </a:defRPr>
            </a:pPr>
            <a:r>
              <a:t>模拟支付系统 (新增)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0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Step 1: 订单摘要 + 选择支付方式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(微信支付 / 支付宝 / 校园卡三种方式)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Step 2: 旋转spinner处理中动画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(1.5~2.5s 模拟支付网关连接)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Step 3: SVG勾选成功动画 + 价格确认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(2秒倒计时自动跳转订单详情)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Step 4: 失败抖动动画 + 重试按钮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购物车结算→自动跳转支付→成功→订单详情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消息与通知系统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292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站内信: 双栏聊天(会话列表+气泡面板)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商品页'联系卖家'→ ?to=userId 一键开聊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Enter 快捷发送 + 30s 未读轮询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系统通知: 头部铃铛+红点+Popover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下单/付款/发货/收货自动触发通知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消息发送自动创建对方系统通知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4/13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核心设计 — 技术架构与安全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前端 (Vue3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Vue 3 + TypeScript + Vite 5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Element Plus + Pinia + Axios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ECharts 5 数据可视化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CSS 设计令牌 + 全局主题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0972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后端 (SpringBoot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SpringBoot 3.2 + MyBatis-Plus 3.5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Spring Security + JWT 0.12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Knife4j API 文档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RESTful API 30+ 端点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097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数据与部署 (Docker)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508760"/>
            <a:ext cx="3474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MySQL 8.0 + Redis 7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Docker Compose 4容器编排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Nginx反向代理+Gzip+限流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健康检查+数据卷持久化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安全设计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5303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JWT 双Token: Access 2h + Refresh 7d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Token 黑名单: 登出加入Redis防泄露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三级权限: 公开/认证/ROLE_ADMIN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BCrypt 加密 + 登录频率限制(10次/15min)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验证码类型隔离 + 防暴力破解(5次/15min)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订单状态机 + 数据库设计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2900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待付款 → 待发货 → 待收货 → 已完成/已取消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悲观锁 selectByIdForUpdate 防双重出售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13张表 · InnoDB · utf8mb4 · 全文索引 · 软删除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N+1优化: 1次JOIN替代N次查询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订单日志 + 商品售出同步 + 分类树Redis缓存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5/13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张可凡（队长） — 全栈开发 / 项目管理 / 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6F51"/>
                </a:solidFill>
              </a:defRPr>
            </a:pPr>
            <a: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Docker Compose 编排 MySQL+Redis+SpringBoot+Nginx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Nginx 反向代理 + CORS + Gzip + 限流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容器健康检查 + 数据卷持久化 + 时区修复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管理后台 5 个页面 (Vue3+Element Plus)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Postman 30+ 接口测试 + JUnit 14 单元测试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7 份软件工程文档 + 项目进度管理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6/13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阮崇轩 — 前端开发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Vue3+TS工程搭建 + CSS设计令牌体系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登录/注册/找回密码 + JWT Token自动刷新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消息系统: 双栏聊天 + 30s轮询 + 通知铃铛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订单详情: 买家卖家双视角 + 支付/发货/收货/评价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UI动效: 骨架屏/过渡动画/回到顶部/滚动导航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后端Bug修复: 验证码隔离/防暴力破解/Token废弃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7/13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李硕 — 前端开发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首页: Hero横幅+公告轮播+分类导航+商品网格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商品模块: 列表筛选+详情画廊+发布多图上传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购物车+订单列表: Tab切换+买家卖家视角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管理后台 5 个页面 (用户/商品审核/订单/统计/公告)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ECharts 饼图+折线图 + dispose 防内存泄漏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217件种子SQL + 三版图片方案迭代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8/13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刘轩霆 — 后端开发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6F51"/>
                </a:solidFill>
              </a:defRPr>
            </a:pPr>
            <a: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Spring Security + JWT 无状态认证架构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商品API: 分页+筛选+全文搜索+批量加载优化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订单核心: 悲观锁+状态机+订单日志+自买自卖校验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后台管理API: 用户/商品/订单/统计 全量接口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MyBatis-Plus配置: 逻辑删除+自动填充+分页插件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Knife4j API文档 + 统一返回封装(Result/PageResult)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9/13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胡欣悦 — 后端开发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6F51"/>
                </a:solidFill>
              </a:defRPr>
            </a:pPr>
            <a: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5156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购物车CRUD: 添加+列表+修改数量+去重校验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消息模块: 站内信5端点 + 通知3端点 + 会话聚合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数据统计: 首页统计+分类树Redis缓存+后台趋势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文件上传: MIME校验+大小限制+Docker持久化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Docker运维: Dockerfile多阶段构建+后端部署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MySQL初始化脚本+Redis配置+健康检查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</a:defRPr>
            </a:pPr>
            <a:r>
              <a:t>10/13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项目成果总结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技术成果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前端 18,000+ 行 · 后端 8,000+ 行 · SQL 1,400+ 行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21 个前端页面 · 30+ API 接口 · 13 张数据库表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Docker Compose 一键部署 · 7 份软件工程文档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JWT 双Token + Redis黑名单 + BCrypt加密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完整 C2C 交易闭环 + 消息通知实时化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6F51"/>
                </a:solidFill>
              </a:defRPr>
            </a:pPr>
            <a:r>
              <a:t>项目亮点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Token 队列刷新: 多请求并发401只刷新一次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验证码三重防护: 类型隔离+频率限制+防消费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订单悲观锁防双重出售+商品售出状态同步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CSS 设计令牌体系 + Element Plus 全局覆盖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骨架屏加载 + 页面过渡动画 + 滚动感知导航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消息/通知/订单状态三方联动自动推送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A4F"/>
                </a:solidFill>
              </a:defRPr>
            </a:pPr>
            <a:r>
              <a:t>团队协作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105156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7 天 · 5 人 · 15+ GitHub Commits · 前后端 0 阻塞交付</a:t>
            </a:r>
          </a:p>
          <a:p>
            <a:pPr>
              <a:spcAft>
                <a:spcPts val="400"/>
              </a:spcAft>
              <a:defRPr sz="1300">
                <a:solidFill>
                  <a:srgbClr val="6B7280"/>
                </a:solidFill>
              </a:defRPr>
            </a:pPr>
            <a:r>
              <a:t>  2 前端 + 2 后端 + 1 全栈/PM · 每日站会 · 接口文档驱动联调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za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137160"/>
            <a:ext cx="128016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>
              <a:defRPr sz="1600"/>
            </a:pPr>
          </a:p>
          <a:p>
            <a:pPr algn="ctr">
              <a:defRPr sz="2200">
                <a:solidFill>
                  <a:srgbClr val="CCCCCC"/>
                </a:solidFill>
              </a:defRPr>
            </a:pPr>
            <a:r>
              <a:t>转转 — 校园二手物品交易平台</a:t>
            </a:r>
          </a:p>
          <a:p>
            <a:pPr>
              <a:defRPr sz="1200"/>
            </a:pPr>
          </a:p>
          <a:p>
            <a:pPr algn="ctr">
              <a:defRPr sz="1600">
                <a:solidFill>
                  <a:srgbClr val="AAAAAA"/>
                </a:solidFill>
              </a:defRPr>
            </a:pPr>
            <a:r>
              <a:t>张可凡 · 阮崇轩 · 李硕 · 刘轩霆 · 胡欣悦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华中农业大学 ·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